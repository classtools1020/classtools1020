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62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</a:rPr>
              <a:t>必須說出的祕密 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601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好祕密 vs 壞祕密・勇敢說出來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F86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你有沒有祕密呢？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每個人都有祕密，但祕密有兩種喔！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祕密有兩種 🟢🔴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🟢 好祕密：讓人開心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🔴 壞祕密：讓你害怕、不舒服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🟢 好祕密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是驚喜（生日禮物、派對）
之後會說出來，可以收著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🔴 壞祕密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讓你害怕、不舒服
叫你不能告訴任何人 → 要說出來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危險訊號① 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有人說「這是我們的祕密，不能說」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危險訊號② 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用禮物哄你保密，要小心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危險訊號③ 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用威脅叫你保密，更要小心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身體會報警 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睡不著、肚子痛、怕怕的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那是身體在說：不對勁！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B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▶ 看影片：我說可以才可以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01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0">
                <a:solidFill>
                  <a:srgbClr val="C5CAE9"/>
                </a:solidFill>
                <a:latin typeface="Microsoft JhengHei"/>
                <a:ea typeface="Microsoft JhengHei"/>
              </a:rPr>
              <a:t>身體自主權・易讀版動畫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944575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575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C6BC0"/>
                </a:solidFill>
                <a:latin typeface="Microsoft JhengHei"/>
                <a:ea typeface="Microsoft JhengHei"/>
              </a:rPr>
              <a:t>https://www.youtube.com/watch?v=lXCrxuEl-Kw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影片重點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我說可以，才可以！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誰可以決定？自己！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我的身體我決定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我的身體、我的祕密，我做主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生日驚喜先別說？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朋友要給你驚喜，叫你先別說。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4CAF50"/>
                </a:solidFill>
                <a:latin typeface="Microsoft JhengHei"/>
                <a:ea typeface="Microsoft JhengHei"/>
              </a:rPr>
              <a:t>🟢 好祕密！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之後會公開，可以保守。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小結：好祕密會公開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好祕密可以放心收著 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B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壞祕密大搜查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接下來六個情境，一起來判斷！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有人碰你叫你別說？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有人碰你的身體，叫你不能告訴爸媽。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E53935"/>
                </a:solidFill>
                <a:latin typeface="Microsoft JhengHei"/>
                <a:ea typeface="Microsoft JhengHei"/>
              </a:rPr>
              <a:t>🔴 壞祕密！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一定要說出來。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答應了讓你害怕的祕密？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你答應幫他保守，但心裡很害怕。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E53935"/>
                </a:solidFill>
                <a:latin typeface="Microsoft JhengHei"/>
                <a:ea typeface="Microsoft JhengHei"/>
              </a:rPr>
              <a:t>🔴 還是要說！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就算你答應了，也要說出來。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睡不著、肚子痛的祕密？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這個祕密讓你身體很不舒服。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E53935"/>
                </a:solidFill>
                <a:latin typeface="Microsoft JhengHei"/>
                <a:ea typeface="Microsoft JhengHei"/>
              </a:rPr>
              <a:t>🔴 壞祕密！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身體在報警，要說出來。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網路叫你傳照片別說？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網路上有人叫你傳照片、別告訴爸媽。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E53935"/>
                </a:solidFill>
                <a:latin typeface="Microsoft JhengHei"/>
                <a:ea typeface="Microsoft JhengHei"/>
              </a:rPr>
              <a:t>🔴 網路壞祕密！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立刻告訴大人。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B2DFDB"/>
                </a:solidFill>
                <a:latin typeface="Microsoft JhengHei"/>
                <a:ea typeface="Microsoft JhengHei"/>
              </a:rPr>
              <a:t>❓ 闖關題目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被威脅別說出去？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他威脅你「說出去你會有麻煩」。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6169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6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897B"/>
                </a:solidFill>
                <a:latin typeface="Microsoft JhengHei"/>
                <a:ea typeface="Microsoft JhengHei"/>
              </a:rPr>
              <a:t>🟢 好祕密？　🔴 壞祕密？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BDA155"/>
                </a:solidFill>
                <a:latin typeface="Microsoft JhengHei"/>
                <a:ea typeface="Microsoft JhengHei"/>
              </a:rPr>
              <a:t>✅ 答案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E53935"/>
                </a:solidFill>
                <a:latin typeface="Microsoft JhengHei"/>
                <a:ea typeface="Microsoft JhengHei"/>
              </a:rPr>
              <a:t>🔴 更要說！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200" b="0">
                <a:solidFill>
                  <a:srgbClr val="373737"/>
                </a:solidFill>
                <a:latin typeface="Microsoft JhengHei"/>
                <a:ea typeface="Microsoft JhengHei"/>
              </a:rPr>
              <a:t>威脅你保密，更要說出來。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B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▶ 〔A組〕新聞識讀《不能說的祕密》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01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0">
                <a:solidFill>
                  <a:srgbClr val="C5CAE9"/>
                </a:solidFill>
                <a:latin typeface="Microsoft JhengHei"/>
                <a:ea typeface="Microsoft JhengHei"/>
              </a:rPr>
              <a:t>媒體識讀練習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944575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575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C6BC0"/>
                </a:solidFill>
                <a:latin typeface="Microsoft JhengHei"/>
                <a:ea typeface="Microsoft JhengHei"/>
              </a:rPr>
              <a:t>https://www.youtube.com/watch?v=efvmDxR7240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〔A組〕識讀四問（上）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① 這是事實還是意見？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② 有沒有保護當事人？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〔A組〕識讀四問（下）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③ 標題會誇大嗎？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④ 我能做什麼？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小結：壞祕密都要說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每一種壞祕密，都要說出來 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B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勇敢說出來 🗣️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壞祕密，我可以找誰幫忙？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我可以找誰說？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找「信任的大人」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信任的大人① 爸爸媽媽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最親近、最信任的人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信任的大人② 老師、輔導老師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在學校可以找的人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F86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信任的大人③ 阿公阿嬤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家裡可以信任的長輩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動手畫：我的 3 個信任大人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寫或畫出我的求助對象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①________ ②________ ③________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說不出口怎麼辦？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可以寫紙條給信任的大人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打 113 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24小時兒少保護專線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法律也保護你 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兒少權益保障法（公民連結）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法律站在你這邊！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三步驟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認出來 → 說出來 → 找大人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勇敢練習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練習說：「這個祕密讓我不舒服。」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角色扮演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兩人一組，跟信任的大人說說看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0"/>
          </a:xfrm>
          <a:prstGeom prst="round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手作：勇敢說出來求助卡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000" b="0">
                <a:solidFill>
                  <a:srgbClr val="373737"/>
                </a:solidFill>
                <a:latin typeface="Microsoft JhengHei"/>
                <a:ea typeface="Microsoft JhengHei"/>
              </a:rPr>
              <a:t>寫上信任大人和 113，帶在身邊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</a:rPr>
              <a:t>說出來，是保護自己 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說出來不是告密，是保護自己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</a:rPr>
              <a:t>我會勇敢說出來！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601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好祕密🟢收，壞祕密🔴一定說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必須說出的祕密｜國中特教班社會科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AAAAAA"/>
                </a:solidFill>
                <a:latin typeface="Microsoft JhengHei"/>
                <a:ea typeface="Microsoft JhengHe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